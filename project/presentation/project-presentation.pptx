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46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925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942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582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197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31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960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200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35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89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22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925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443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5F107B-2364-C2A1-A9D9-09736BDAAD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27561" b="2130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4A7637-BC1E-EFA9-D710-83796ECA5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6780" y="978409"/>
            <a:ext cx="4496529" cy="3678268"/>
          </a:xfrm>
        </p:spPr>
        <p:txBody>
          <a:bodyPr>
            <a:normAutofit/>
          </a:bodyPr>
          <a:lstStyle/>
          <a:p>
            <a:r>
              <a:rPr lang="en-US" sz="6000"/>
              <a:t>Homelab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C11D9B-279D-FCF3-12C7-F20A7C9CF7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03288" y="4729138"/>
            <a:ext cx="4488812" cy="1150453"/>
          </a:xfrm>
        </p:spPr>
        <p:txBody>
          <a:bodyPr anchor="b">
            <a:normAutofit/>
          </a:bodyPr>
          <a:lstStyle/>
          <a:p>
            <a:r>
              <a:rPr lang="en-US"/>
              <a:t>Dante Razo</a:t>
            </a:r>
          </a:p>
          <a:p>
            <a:r>
              <a:rPr lang="en-US"/>
              <a:t>SEIS 606 FA26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1036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E56F7-3C03-CC46-0F85-ABDE13188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Usage Notice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58111-71E0-AE11-C400-53F20B88D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app (duh)</a:t>
            </a:r>
          </a:p>
          <a:p>
            <a:r>
              <a:rPr lang="en-US" dirty="0" err="1"/>
              <a:t>Powerpoint</a:t>
            </a:r>
            <a:r>
              <a:rPr lang="en-US" dirty="0"/>
              <a:t> design cues</a:t>
            </a:r>
          </a:p>
        </p:txBody>
      </p:sp>
    </p:spTree>
    <p:extLst>
      <p:ext uri="{BB962C8B-B14F-4D97-AF65-F5344CB8AC3E}">
        <p14:creationId xmlns:p14="http://schemas.microsoft.com/office/powerpoint/2010/main" val="3267071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CF-24E8-07AF-563A-DBA68B5D5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by Obscurity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EB802-BCBA-73AA-3F2D-24CD96DDC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 only</a:t>
            </a:r>
          </a:p>
          <a:p>
            <a:r>
              <a:rPr lang="en-US" dirty="0"/>
              <a:t>Only for my eyes</a:t>
            </a:r>
          </a:p>
          <a:p>
            <a:r>
              <a:rPr lang="en-US" dirty="0"/>
              <a:t>Hosted on my hardware </a:t>
            </a:r>
            <a:r>
              <a:rPr lang="en-US" i="1" dirty="0"/>
              <a:t>for</a:t>
            </a:r>
            <a:r>
              <a:rPr lang="en-US" dirty="0"/>
              <a:t> my hardware</a:t>
            </a:r>
          </a:p>
        </p:txBody>
      </p:sp>
    </p:spTree>
    <p:extLst>
      <p:ext uri="{BB962C8B-B14F-4D97-AF65-F5344CB8AC3E}">
        <p14:creationId xmlns:p14="http://schemas.microsoft.com/office/powerpoint/2010/main" val="584714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10307-26A0-B3FB-6C7F-8516D9C1E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93D6-F7A9-D24F-9614-D62F9CFE7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453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7417F-F3F7-37CF-F51D-7EB459D98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63F87-F556-F55B-A763-4B3B753DA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62427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</Words>
  <Application>Microsoft Office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Bierstadt</vt:lpstr>
      <vt:lpstr>Neue Haas Grotesk Text Pro</vt:lpstr>
      <vt:lpstr>GestaltVTI</vt:lpstr>
      <vt:lpstr>Homelab Dashboard</vt:lpstr>
      <vt:lpstr>AI Usage Notice</vt:lpstr>
      <vt:lpstr>Security by Obscurity</vt:lpstr>
      <vt:lpstr>Why?</vt:lpstr>
      <vt:lpstr>How?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Dante</dc:creator>
  <cp:lastModifiedBy>Dante</cp:lastModifiedBy>
  <cp:revision>3</cp:revision>
  <dcterms:created xsi:type="dcterms:W3CDTF">2026-10-19T03:10:16Z</dcterms:created>
  <dcterms:modified xsi:type="dcterms:W3CDTF">2026-10-19T03:14:00Z</dcterms:modified>
</cp:coreProperties>
</file>